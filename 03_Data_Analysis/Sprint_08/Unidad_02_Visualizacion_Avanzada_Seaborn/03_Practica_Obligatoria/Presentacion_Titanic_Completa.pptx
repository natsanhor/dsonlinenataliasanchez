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mortal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_se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_cl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_mujer_nino_cl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_puerto_cl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